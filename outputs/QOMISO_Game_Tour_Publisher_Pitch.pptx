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39561cfef24d0a" /><Relationship Type="http://schemas.openxmlformats.org/officeDocument/2006/relationships/extended-properties" Target="/docProps/app.xml" Id="R9cb88b5611164905" /><Relationship Type="http://schemas.openxmlformats.org/officeDocument/2006/relationships/officeDocument" Target="/ppt/presentation.xml" Id="R19e6d9be17b34e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0c151c623b4e5b"/>
  </p:sldMasterIdLst>
  <p:notesMasterIdLst>
    <p:notesMasterId xmlns:r="http://schemas.openxmlformats.org/officeDocument/2006/relationships" r:id="R8d14132273514e17"/>
  </p:notesMasterIdLst>
  <p:sldIdLst>
    <p:sldId xmlns:r="http://schemas.openxmlformats.org/officeDocument/2006/relationships" id="256" r:id="R2cb0d265a4314750"/>
    <p:sldId xmlns:r="http://schemas.openxmlformats.org/officeDocument/2006/relationships" id="257" r:id="R543eb9a164fb4061"/>
    <p:sldId xmlns:r="http://schemas.openxmlformats.org/officeDocument/2006/relationships" id="258" r:id="Rfbf26c6e26ad4baa"/>
    <p:sldId xmlns:r="http://schemas.openxmlformats.org/officeDocument/2006/relationships" id="259" r:id="Re96029ede7bc481c"/>
    <p:sldId xmlns:r="http://schemas.openxmlformats.org/officeDocument/2006/relationships" id="260" r:id="R5c91ba387eb0431a"/>
    <p:sldId xmlns:r="http://schemas.openxmlformats.org/officeDocument/2006/relationships" id="261" r:id="Rc4b57dd731904d56"/>
    <p:sldId xmlns:r="http://schemas.openxmlformats.org/officeDocument/2006/relationships" id="262" r:id="Rfc42d91bdb704c30"/>
    <p:sldId xmlns:r="http://schemas.openxmlformats.org/officeDocument/2006/relationships" id="263" r:id="Rcf0d710667db4f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f1253d54fc4129" /><Relationship Type="http://schemas.openxmlformats.org/officeDocument/2006/relationships/slideMaster" Target="/ppt/slideMasters/slideMaster1.xml" Id="R300c151c623b4e5b" /><Relationship Type="http://schemas.openxmlformats.org/officeDocument/2006/relationships/notesMaster" Target="/ppt/notesMasters/notesMaster1.xml" Id="R8d14132273514e17" /><Relationship Type="http://schemas.openxmlformats.org/officeDocument/2006/relationships/presProps" Target="/ppt/presProps.xml" Id="R015844798632405e" /><Relationship Type="http://schemas.openxmlformats.org/officeDocument/2006/relationships/tableStyles" Target="/ppt/tableStyles.xml" Id="Rcc6d21401ca64911" /><Relationship Type="http://schemas.openxmlformats.org/officeDocument/2006/relationships/slide" Target="/ppt/slides/slide1.xml" Id="R2cb0d265a4314750" /><Relationship Type="http://schemas.openxmlformats.org/officeDocument/2006/relationships/slide" Target="/ppt/slides/slide2.xml" Id="R543eb9a164fb4061" /><Relationship Type="http://schemas.openxmlformats.org/officeDocument/2006/relationships/slide" Target="/ppt/slides/slide3.xml" Id="Rfbf26c6e26ad4baa" /><Relationship Type="http://schemas.openxmlformats.org/officeDocument/2006/relationships/slide" Target="/ppt/slides/slide4.xml" Id="Re96029ede7bc481c" /><Relationship Type="http://schemas.openxmlformats.org/officeDocument/2006/relationships/slide" Target="/ppt/slides/slide5.xml" Id="R5c91ba387eb0431a" /><Relationship Type="http://schemas.openxmlformats.org/officeDocument/2006/relationships/slide" Target="/ppt/slides/slide6.xml" Id="Rc4b57dd731904d56" /><Relationship Type="http://schemas.openxmlformats.org/officeDocument/2006/relationships/slide" Target="/ppt/slides/slide7.xml" Id="Rfc42d91bdb704c30" /><Relationship Type="http://schemas.openxmlformats.org/officeDocument/2006/relationships/slide" Target="/ppt/slides/slide8.xml" Id="Rcf0d710667db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4cc9bb57da43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53dea47ad54585" /><Relationship Type="http://schemas.openxmlformats.org/officeDocument/2006/relationships/notesMaster" Target="/ppt/notesMasters/notesMaster1.xml" Id="R1d60a6b14e414a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6570aca9149da" /><Relationship Type="http://schemas.openxmlformats.org/officeDocument/2006/relationships/notesMaster" Target="/ppt/notesMasters/notesMaster1.xml" Id="Ra8d2f48481d948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c08aa5d4f84475" /><Relationship Type="http://schemas.openxmlformats.org/officeDocument/2006/relationships/notesMaster" Target="/ppt/notesMasters/notesMaster1.xml" Id="R2e2dbd594c224d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92b0450abf4ad3" /><Relationship Type="http://schemas.openxmlformats.org/officeDocument/2006/relationships/notesMaster" Target="/ppt/notesMasters/notesMaster1.xml" Id="R53df00b06bb34c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787b13b5494399" /><Relationship Type="http://schemas.openxmlformats.org/officeDocument/2006/relationships/notesMaster" Target="/ppt/notesMasters/notesMaster1.xml" Id="R141257f0fd8344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860ea2200a4112" /><Relationship Type="http://schemas.openxmlformats.org/officeDocument/2006/relationships/notesMaster" Target="/ppt/notesMasters/notesMaster1.xml" Id="Rd449ddbd52d44e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d4e3af4ec44687" /><Relationship Type="http://schemas.openxmlformats.org/officeDocument/2006/relationships/notesMaster" Target="/ppt/notesMasters/notesMaster1.xml" Id="R740a64be17ba44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8560b860c94b24" /><Relationship Type="http://schemas.openxmlformats.org/officeDocument/2006/relationships/notesMaster" Target="/ppt/notesMasters/notesMaster1.xml" Id="R93d9de4328d34e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d2c56b5af40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1a70bfe46f4034" /><Relationship Type="http://schemas.openxmlformats.org/officeDocument/2006/relationships/slideLayout" Target="/ppt/slideLayouts/slideLayout1.xml" Id="R4475b07b6e3040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5b07b6e3040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b07b68aeb4008" /><Relationship Type="http://schemas.openxmlformats.org/officeDocument/2006/relationships/notesSlide" Target="/ppt/notesSlides/notesSlide1.xml" Id="Rede89c94d5114d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f188893614e86" /><Relationship Type="http://schemas.openxmlformats.org/officeDocument/2006/relationships/notesSlide" Target="/ppt/notesSlides/notesSlide2.xml" Id="Ra05caa077a9149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7111aac2d47fa" /><Relationship Type="http://schemas.openxmlformats.org/officeDocument/2006/relationships/notesSlide" Target="/ppt/notesSlides/notesSlide3.xml" Id="Re60476e2a51a46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1e25188074e2c" /><Relationship Type="http://schemas.openxmlformats.org/officeDocument/2006/relationships/notesSlide" Target="/ppt/notesSlides/notesSlide4.xml" Id="R5cb5f75e90a242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d16c5ed94177" /><Relationship Type="http://schemas.openxmlformats.org/officeDocument/2006/relationships/notesSlide" Target="/ppt/notesSlides/notesSlide5.xml" Id="R455b1b7869a343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89e89fd2447fb" /><Relationship Type="http://schemas.openxmlformats.org/officeDocument/2006/relationships/notesSlide" Target="/ppt/notesSlides/notesSlide6.xml" Id="R86474ef5fc7448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ee93e5cf840ff" /><Relationship Type="http://schemas.openxmlformats.org/officeDocument/2006/relationships/notesSlide" Target="/ppt/notesSlides/notesSlide7.xml" Id="R80617f5e11d54d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7d2f323f341e4" /><Relationship Type="http://schemas.openxmlformats.org/officeDocument/2006/relationships/notesSlide" Target="/ppt/notesSlides/notesSlide8.xml" Id="R03bfca8160d943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3E33E4-2EEC-4D44-88C9-E29ABAFC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111"/>
                </a:solidFill>
              </a:defRPr>
            </a:pPr>
            <a:r>
              <a:rPr sz="5250" b="1">
                <a:solidFill>
                  <a:srgbClr val="111111"/>
                </a:solidFill>
              </a:rPr>
              <a:t>QOMISO</a:t>
            </a:r>
          </a:p>
          <a:p xmlns:a="http://schemas.openxmlformats.org/drawingml/2006/main">
            <a:pPr algn="l">
              <a:defRPr sz="5250" b="1">
                <a:solidFill>
                  <a:srgbClr val="111111"/>
                </a:solidFill>
              </a:defRPr>
            </a:pPr>
            <a:r>
              <a:rPr sz="5250" b="1">
                <a:solidFill>
                  <a:srgbClr val="111111"/>
                </a:solidFill>
              </a:rPr>
              <a:t>Game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83E12-D663-4AD3-95F8-5681B29E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</a:defRPr>
            </a:pPr>
            <a:r>
              <a:rPr sz="1875" b="0">
                <a:solidFill>
                  <a:srgbClr val="5F6368"/>
                </a:solidFill>
              </a:rPr>
              <a:t>育成・Credit年俸制チーム編成・ターン制ロードレースバトル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E8950-BC2E-4FFC-913B-A8291DBD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6750"/>
            <a:ext cx="3810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0"/>
          </a:solidFill>
          <a:ln xmlns:a="http://schemas.openxmlformats.org/drawingml/2006/main" w="9525">
            <a:solidFill>
              <a:srgbClr val="1720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9C24F-64A8-4A49-99CE-0731A975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4900"/>
            <a:ext cx="3095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200kmを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2-3分の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勝負所へ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7B23C-7AC8-45AD-8DDE-260249BE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576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84A"/>
                </a:solidFill>
              </a:defRPr>
            </a:pPr>
            <a:r>
              <a:rPr sz="1800" b="1">
                <a:solidFill>
                  <a:srgbClr val="F4C84A"/>
                </a:solidFill>
              </a:rPr>
              <a:t>エースを選び、アシストで勝つ。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B7FB0-B177-4166-AB98-788B25A3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1962D-374C-41F7-9ABC-C78DBCF0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Publisher Pitch / PowerPoint format</a:t>
            </a:r>
          </a:p>
        </p:txBody>
      </p:sp>
    </p:spTree>
    <p:extLst>
      <p:ext uri="{BB962C8B-B14F-4D97-AF65-F5344CB8AC3E}">
        <p14:creationId xmlns:p14="http://schemas.microsoft.com/office/powerpoint/2010/main" val="964848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512CDA-134C-4166-9390-11F77776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QOMISO Game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8D076-CCE0-44D7-99AF-48649A5F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スター選手を並べるだけのスポーツゲームにしない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748E9-8D34-4439-8D1F-70E43AD6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C2298-F985-4E90-8FC6-C696344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11340-09C3-451A-95D0-BB2AA8AB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ロードレースの面白さは、勝つ選手よりも“勝たせる構造”にあります。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31315-C973-41B1-B82F-4CFEF6DC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B3987-8668-4B92-B894-20908F0D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従来型の弱点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6AB9E-1F17-4F56-957D-B9AD4A3E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• 強い選手を並べるだけ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• 支援役の価値が見えにくい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• レース展開が単調になりやすい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0B22D-4C34-4494-BA43-6EFD342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FCAE0-7376-491B-AB84-24D2F480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本作の答え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0DE29-18B0-4C1C-AB34-C0041196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エースは1人で走れない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アシストと年俸が勝敗を決める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重要地点だけを選択する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18B6B-5355-40D8-AF20-2701F53F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38350"/>
            <a:ext cx="238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0"/>
          </a:solidFill>
          <a:ln xmlns:a="http://schemas.openxmlformats.org/drawingml/2006/main" w="9525">
            <a:solidFill>
              <a:srgbClr val="1720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4A35A-EE4C-4684-B627-0CFA7C72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Team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Structure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Wins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FF808-B975-4758-9C49-F3D8FE2C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DBE3E-D179-4E5E-8FD2-4C3A2CE6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Publisher pitch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22741-558E-4318-9E9E-AAC5B38B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Studio QOMISO</a:t>
            </a:r>
          </a:p>
        </p:txBody>
      </p:sp>
    </p:spTree>
    <p:extLst>
      <p:ext uri="{BB962C8B-B14F-4D97-AF65-F5344CB8AC3E}">
        <p14:creationId xmlns:p14="http://schemas.microsoft.com/office/powerpoint/2010/main" val="1845263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C00B7F-98BD-4C77-92F7-788B5F71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QOMISO Game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4AD3E-0E7A-4FA3-A292-2F4F7681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勝敗はエース、アシスト、年俸の三角形で決まる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CBC64-7EE1-4C15-A93D-525E48F0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2F88C-DBDB-4A8C-A44F-E3B389DA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413C9-3190-4B23-A945-0A799489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3714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2CFB2-00DA-4AB1-99B8-27F2388D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623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A787C-C29B-4C40-B1F7-18B5A8D5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623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BF89E-0AE7-4152-8950-B62B4D31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0970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0"/>
          </a:solidFill>
          <a:ln xmlns:a="http://schemas.openxmlformats.org/drawingml/2006/main" w="9525">
            <a:solidFill>
              <a:srgbClr val="1720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8048E-891F-41DC-BD25-C032B479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当日エース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33742-650F-4AAA-8CC0-018A0E53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4C84A"/>
                </a:solidFill>
              </a:defRPr>
            </a:pPr>
            <a:r>
              <a:rPr sz="1350" b="0">
                <a:solidFill>
                  <a:srgbClr val="F4C84A"/>
                </a:solidFill>
              </a:rPr>
              <a:t>勝たせる選手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C547C-2BED-4951-A284-2F270F50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7670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F5469-B264-447C-9B1F-E2E5996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24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アシスト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BC6A8-AF5F-4E43-8D92-B735806F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43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守る・牽く・戻す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879BF-6858-4AF1-8C1E-2C31487F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7670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03B73-5FFA-4EE3-B395-D5E248F5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24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Credit年俸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B3F55-8A3D-4822-9E7F-CA9C323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総額上限で制限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AB212-D40F-4B5B-8123-4C717F50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高額エースを複数入れると、年俸超過とエゴ過多で隊列が崩れる。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低〜中年俸の名アシストが、グランツールや横風、石畳、TTTで価値を持つ。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5F32E-9F70-4C24-B61C-DA50443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5D139-6EAB-46C8-A294-4DF0C16B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Publisher pitch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8857D-AC40-42DB-BE54-8FD40CDB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Studio QOMISO</a:t>
            </a:r>
          </a:p>
        </p:txBody>
      </p:sp>
    </p:spTree>
    <p:extLst>
      <p:ext uri="{BB962C8B-B14F-4D97-AF65-F5344CB8AC3E}">
        <p14:creationId xmlns:p14="http://schemas.microsoft.com/office/powerpoint/2010/main" val="1077390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069A23-49AE-4787-80B9-2D6A1D2B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QOMISO Game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D17CB-B133-4772-B53B-56D15E24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短いレース体験を、長いシーズン目標につなげる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A1DCC-3A08-4101-8288-CA98DF1B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B8523-6C4A-417F-B3E5-91BA33F5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D9B64-7E99-438C-82FD-4236851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EFA4C-BDB3-433D-A240-569B40A0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90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育成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9AC6B-42A3-48EA-821E-773BD596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90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</a:defRPr>
            </a:pPr>
            <a:r>
              <a:rPr sz="22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DDB78-EA98-4F3D-9663-3D5C28F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54202-033F-4399-A8D2-8A9420D5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90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スカウト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6BCC2-38ED-43C9-AA75-EC185C14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90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</a:defRPr>
            </a:pPr>
            <a:r>
              <a:rPr sz="22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56EC1-9385-4C19-A74F-F4E90D9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DB647-01E1-457A-80DB-467ECC7C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90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8人編成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0753D-824F-4D2F-9D83-400F27E9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90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</a:defRPr>
            </a:pPr>
            <a:r>
              <a:rPr sz="22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28E0B-1A35-41DD-A876-C9E3DB9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840B9-94D7-4FEF-A75F-315FE02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90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エース指名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36E67-6991-431B-92E8-62C88382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</a:defRPr>
            </a:pPr>
            <a:r>
              <a:rPr sz="22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47723-74B1-4C5C-800E-F03CD57A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0"/>
          </a:solidFill>
          <a:ln xmlns:a="http://schemas.openxmlformats.org/drawingml/2006/main" w="9525">
            <a:solidFill>
              <a:srgbClr val="1720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B6D99-E732-427B-83F3-3F41C54D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90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重要地点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0D455-FEC2-4268-9153-C47F4DA0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0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</a:defRPr>
            </a:pPr>
            <a:r>
              <a:rPr sz="22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B31CE-19C4-4C8D-A803-A2489B17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0AAD5-6E81-46E8-BD74-9FC17FD7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990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結果/契約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DE886-5AB1-4D1D-AA4C-AEB4384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1レースは2-3分。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年間カレンダーとグランツールで、継続的な目標を作る。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DB019-CB39-40A7-B3BB-2CEFC6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476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29BEA-C933-4B21-B92C-BB225DE5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Long-term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F25BB-A76B-4FF4-B088-9ECEFF2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00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21ステージ構成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総合/ポイント/山岳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疲労・事故・順位変動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自動でも結果処理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875BEC-25EB-4335-92C1-89331BB1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D442A-B503-4E29-B61E-7A1E6A5E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Publisher pitch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0D5ED3-351E-466F-85EA-18CE2A79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Studio QOMISO</a:t>
            </a:r>
          </a:p>
        </p:txBody>
      </p:sp>
    </p:spTree>
    <p:extLst>
      <p:ext uri="{BB962C8B-B14F-4D97-AF65-F5344CB8AC3E}">
        <p14:creationId xmlns:p14="http://schemas.microsoft.com/office/powerpoint/2010/main" val="1092522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A73B2-83C7-4329-866E-31FE3F22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QOMISO Game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28736-FCF3-468F-B2F5-2C5D3170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200kmを“勝負所ターン”に圧縮する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F0E57-4926-4A71-882C-DF428D71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86AD5-26E6-4275-B31D-CF0EBA3F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4B810-A9E0-4A2B-8715-3F965C0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6DABD-E354-4D40-AC18-DF3E84C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80977-9302-458E-BC61-C8DED98F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80884-C357-4431-AA1E-6ECC51FC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0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FFFB3-411B-4DE2-A62C-77CB8CB4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横風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BB878-7C7D-40C7-AB1C-5924FC46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90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1F72F-97DE-4823-AC66-B1834E1E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補給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80883-66F4-4324-85B2-B954BDAF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A54F4-9C04-49BF-97F9-EB647B45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山岳入口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ED536-B9C9-4627-B410-DE9F9C0C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E610C-9C15-4607-AA4B-C2573E59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残り局面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5A18F-C1AB-4363-B833-961F9636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90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78557-C9C0-432C-895B-3F2828B9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Finish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E51FC-3169-4688-BF14-1E431FF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プレイヤーは全距離を操作しない。山岳入口、石畳、横風、中間ポイント前など、結果が動く地点だけを選ぶ。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86E6A-D3FD-4A7C-8A50-4C020B68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D7278-A9B0-4431-A42E-A5D8F257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67250"/>
            <a:ext cx="792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選択カード: 位置取り / 牽引 / アタック / エース保護 / スプリント準備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257F1-F3B6-48E1-90C8-6D6D952B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29200"/>
            <a:ext cx="792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選択後、シミュレーション結果と次の展開を提示する。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D4CA4-0056-4460-A71C-87543002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DDE27-26D4-4149-9575-C3778380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Publisher pitch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74B44-A043-454D-92D9-E1B2B73F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Studio QOMISO</a:t>
            </a:r>
          </a:p>
        </p:txBody>
      </p:sp>
    </p:spTree>
    <p:extLst>
      <p:ext uri="{BB962C8B-B14F-4D97-AF65-F5344CB8AC3E}">
        <p14:creationId xmlns:p14="http://schemas.microsoft.com/office/powerpoint/2010/main" val="672830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DE255F-1153-47D3-8461-C108D306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QOMISO Game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6083A-49FF-4BAE-BBD9-013F5B08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既に“量産できる世界観”の土台がある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AB68A-F46F-406D-86AC-9269EDD4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CBF28-1AF6-4353-93A1-929B23C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F8D5C-FA56-4459-B11A-9FA340B0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0"/>
          </a:solidFill>
          <a:ln xmlns:a="http://schemas.openxmlformats.org/drawingml/2006/main" w="9525">
            <a:solidFill>
              <a:srgbClr val="172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0FF80-8124-46E8-AE9B-14358537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C84A"/>
                </a:solidFill>
              </a:defRPr>
            </a:pPr>
            <a:r>
              <a:rPr sz="3600" b="1">
                <a:solidFill>
                  <a:srgbClr val="F4C84A"/>
                </a:solidFill>
              </a:rPr>
              <a:t>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9600C-0A3C-4F4E-984D-2BAC0166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241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研究用選手モチーフ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98253-4CB8-4175-A7C5-FACF28F7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A61D9-E9F2-48B9-BFDB-21783A97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E181E-4419-42F0-80E3-007438AC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241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名アシスト候補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90A0F-7FA0-47BE-8D41-6DB817D7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6DAF8-A5EF-4B87-B488-CA14A1EB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E00DB-19EC-4E4E-9887-9F1C134B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241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歴史的イベント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75615-0033-4DFD-98EC-7D152F0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3987F-000C-4D34-B175-B28F69E4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9A3EA-25C6-4A39-A624-6ACB82A3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338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架空ワールドチーム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E41CA-DCC4-4919-B4E0-C83B5E3A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719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89B84-CD4D-4640-B87E-B236C422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67AD0-819D-4C38-B3F1-E02E8DAF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338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グランツール構成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F5718-B5EC-4132-8C76-3C2D87E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73336-1564-49DD-AECB-CE43BCA6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3E3F0-6963-4F71-9F6E-5D5E2196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338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レースタイプ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3C624-0D90-4C44-AF1C-7160398F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37F28-F370-42FA-9AD1-6FFCE066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Publisher pitch deck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B8E58-F71C-497B-9B06-BC74D68A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Studio QOMISO</a:t>
            </a:r>
          </a:p>
        </p:txBody>
      </p:sp>
    </p:spTree>
    <p:extLst>
      <p:ext uri="{BB962C8B-B14F-4D97-AF65-F5344CB8AC3E}">
        <p14:creationId xmlns:p14="http://schemas.microsoft.com/office/powerpoint/2010/main" val="550295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7FFEB-AB39-43CB-98D1-1110B53A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QOMISO Game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6C7FF-DDF3-42B2-BFFE-98868603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収益化は“勝つ権利”ではなく“チーム作りの幅”を売る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7714E-F0A3-445E-AA73-678A6DE8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DC8EF-3951-4D39-BC31-BE5D936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C2976-E777-41CC-91BC-99447C2D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CD17B-E097-454C-9DED-5F0CECB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シーズンパス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4457B-5F5A-40F3-938E-0C57FCA6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年間報酬、育成素材、称号、見た目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CA596-8607-4383-8EF9-5C602336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E70B4-05A2-4F0C-B233-4D39B354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緩いスカウト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E5595-52D8-42A4-991A-B0967271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選手候補、スタッフ、若手。Credit年俸で価値管理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44E9F-55F8-49C0-AA42-16452D58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B4E97-723B-45F6-9FC5-68D2E962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見た目課金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5B975-E392-42D7-9136-FCB7902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ウェア、バイクカラー、UIテーマ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6CD91-9E65-4C06-ACBE-832DD068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D0668-69D5-4599-BFE2-AAF13C7B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拡張パック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64659-8EF3-452D-A7A6-E78A8355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244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架空グランツール、クラシック、歴史的イベント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C6168-374C-473B-A421-0D922562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避ける: 凸前提 / 期間限定人権 / 機材性能の有料抽選 / PvP勝利に直結する課金限定能力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F6F71-758D-4F35-B5DB-EDE986E5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3978A-7A55-4124-8FD9-F9AB895C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Publisher pitch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32BBC-4685-4BE4-9E8F-14AA2FC1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Studio QOMISO</a:t>
            </a:r>
          </a:p>
        </p:txBody>
      </p:sp>
    </p:spTree>
    <p:extLst>
      <p:ext uri="{BB962C8B-B14F-4D97-AF65-F5344CB8AC3E}">
        <p14:creationId xmlns:p14="http://schemas.microsoft.com/office/powerpoint/2010/main" val="1194433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FB999F-249D-49A4-BB4E-27D581B6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QOMISO Game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621DA-678A-4239-917E-E5F3974A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次はVertical Sliceへ進める支援が必要です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E7553-A02D-4332-97D2-B1E44AD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6C98B-7738-46FF-8D3B-76158D31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00B68-63B6-4ADD-B5E6-BC3C473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支援を受けたい領域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97558-A3E4-4700-8C7C-7ECEC9ED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モバイルUI/UX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ライブサービス設計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マネタイズ監修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法務・権利確認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欧州/日本向けマーケティング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カード/機材ビジュアル制作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A5B29-E3DF-4C99-B3B3-17BC1348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3810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0"/>
          </a:solidFill>
          <a:ln xmlns:a="http://schemas.openxmlformats.org/drawingml/2006/main" w="9525">
            <a:solidFill>
              <a:srgbClr val="1720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BB09D-14BB-4F12-8B6D-2D285DAA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288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Vertical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Slice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20B23-D627-4B7F-920E-46F97D74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84A"/>
                </a:solidFill>
              </a:defRPr>
            </a:pPr>
            <a:r>
              <a:rPr sz="1650" b="1">
                <a:solidFill>
                  <a:srgbClr val="F4C84A"/>
                </a:solidFill>
              </a:rPr>
              <a:t>1年短縮版 / 1つの21ステージ / 3クラシック / 50-100架空選手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63BAA-3CB4-4705-8AEA-ABE4187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QOMISO Game Tour は、スター選手だけでは勝てないロードレースの面白さを、育成ゲームとターン制チームバトルに変換します。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3979F-8334-40FF-8780-FF33501F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A2BDC-96A5-4452-894D-27F77847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Next: publisher discussion and vertical slice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2AEE6-BC27-45A4-B925-C37AA84F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Studio QOMISO</a:t>
            </a:r>
          </a:p>
        </p:txBody>
      </p:sp>
    </p:spTree>
    <p:extLst>
      <p:ext uri="{BB962C8B-B14F-4D97-AF65-F5344CB8AC3E}">
        <p14:creationId xmlns:p14="http://schemas.microsoft.com/office/powerpoint/2010/main" val="208585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2026-07-13T13:15:33.6010000Z</dcterms:created>
  <dcterms:modified xsi:type="dcterms:W3CDTF">2026-07-13T13:15:33.6010000Z</dcterms:modified>
</coreProperties>
</file>